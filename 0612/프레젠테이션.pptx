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3" r:id="rId5"/>
    <p:sldId id="260" r:id="rId6"/>
    <p:sldId id="264" r:id="rId7"/>
    <p:sldId id="261" r:id="rId8"/>
    <p:sldId id="262" r:id="rId9"/>
    <p:sldId id="265" r:id="rId10"/>
  </p:sldIdLst>
  <p:sldSz cx="12192000" cy="6858000"/>
  <p:notesSz cx="6858000" cy="9144000"/>
  <p:defaultTextStyle>
    <a:defPPr rtl="0">
      <a:defRPr lang="ko-K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169C4-9B21-0A90-C1B3-F3903F6925B4}" v="1435" dt="2026-06-12T01:56:41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42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세현 임" userId="070049693f5e93ca" providerId="Windows Live" clId="Web-{02C169C4-9B21-0A90-C1B3-F3903F6925B4}"/>
    <pc:docChg chg="mod addSld delSld modSld addMainMaster delMainMaster">
      <pc:chgData name="세현 임" userId="070049693f5e93ca" providerId="Windows Live" clId="Web-{02C169C4-9B21-0A90-C1B3-F3903F6925B4}" dt="2026-06-12T01:56:41.825" v="1160" actId="1076"/>
      <pc:docMkLst>
        <pc:docMk/>
      </pc:docMkLst>
      <pc:sldChg chg="addSp modSp mod modClrScheme chgLayout">
        <pc:chgData name="세현 임" userId="070049693f5e93ca" providerId="Windows Live" clId="Web-{02C169C4-9B21-0A90-C1B3-F3903F6925B4}" dt="2026-06-12T01:27:04.062" v="531" actId="1076"/>
        <pc:sldMkLst>
          <pc:docMk/>
          <pc:sldMk cId="128632686" sldId="256"/>
        </pc:sldMkLst>
        <pc:spChg chg="mod ord">
          <ac:chgData name="세현 임" userId="070049693f5e93ca" providerId="Windows Live" clId="Web-{02C169C4-9B21-0A90-C1B3-F3903F6925B4}" dt="2026-06-12T01:19:00.092" v="373" actId="1076"/>
          <ac:spMkLst>
            <pc:docMk/>
            <pc:sldMk cId="128632686" sldId="256"/>
            <ac:spMk id="2" creationId="{00000000-0000-0000-0000-000000000000}"/>
          </ac:spMkLst>
        </pc:spChg>
        <pc:spChg chg="mod ord">
          <ac:chgData name="세현 임" userId="070049693f5e93ca" providerId="Windows Live" clId="Web-{02C169C4-9B21-0A90-C1B3-F3903F6925B4}" dt="2026-06-12T01:26:53.421" v="530" actId="1076"/>
          <ac:spMkLst>
            <pc:docMk/>
            <pc:sldMk cId="128632686" sldId="256"/>
            <ac:spMk id="3" creationId="{00000000-0000-0000-0000-000000000000}"/>
          </ac:spMkLst>
        </pc:spChg>
        <pc:spChg chg="add mod">
          <ac:chgData name="세현 임" userId="070049693f5e93ca" providerId="Windows Live" clId="Web-{02C169C4-9B21-0A90-C1B3-F3903F6925B4}" dt="2026-06-12T01:27:04.062" v="531" actId="1076"/>
          <ac:spMkLst>
            <pc:docMk/>
            <pc:sldMk cId="128632686" sldId="256"/>
            <ac:spMk id="4" creationId="{5852D615-1BB0-E7D5-B996-B13CC7133463}"/>
          </ac:spMkLst>
        </pc:spChg>
      </pc:sldChg>
      <pc:sldChg chg="modSp new mod modClrScheme chgLayout">
        <pc:chgData name="세현 임" userId="070049693f5e93ca" providerId="Windows Live" clId="Web-{02C169C4-9B21-0A90-C1B3-F3903F6925B4}" dt="2026-06-12T00:56:08.578" v="123" actId="20577"/>
        <pc:sldMkLst>
          <pc:docMk/>
          <pc:sldMk cId="2173856808" sldId="257"/>
        </pc:sldMkLst>
        <pc:spChg chg="mod ord">
          <ac:chgData name="세현 임" userId="070049693f5e93ca" providerId="Windows Live" clId="Web-{02C169C4-9B21-0A90-C1B3-F3903F6925B4}" dt="2026-06-12T00:50:14.363" v="51"/>
          <ac:spMkLst>
            <pc:docMk/>
            <pc:sldMk cId="2173856808" sldId="257"/>
            <ac:spMk id="2" creationId="{C7D8769E-48F8-B512-704F-9ED866C0875E}"/>
          </ac:spMkLst>
        </pc:spChg>
        <pc:spChg chg="mod ord">
          <ac:chgData name="세현 임" userId="070049693f5e93ca" providerId="Windows Live" clId="Web-{02C169C4-9B21-0A90-C1B3-F3903F6925B4}" dt="2026-06-12T00:56:08.578" v="123" actId="20577"/>
          <ac:spMkLst>
            <pc:docMk/>
            <pc:sldMk cId="2173856808" sldId="257"/>
            <ac:spMk id="3" creationId="{6DF2CA4F-C404-411F-D59E-3B5939BAA289}"/>
          </ac:spMkLst>
        </pc:spChg>
      </pc:sldChg>
      <pc:sldChg chg="addSp delSp modSp new">
        <pc:chgData name="세현 임" userId="070049693f5e93ca" providerId="Windows Live" clId="Web-{02C169C4-9B21-0A90-C1B3-F3903F6925B4}" dt="2026-06-12T01:39:10.790" v="791" actId="14100"/>
        <pc:sldMkLst>
          <pc:docMk/>
          <pc:sldMk cId="829249003" sldId="258"/>
        </pc:sldMkLst>
        <pc:spChg chg="del mod">
          <ac:chgData name="세현 임" userId="070049693f5e93ca" providerId="Windows Live" clId="Web-{02C169C4-9B21-0A90-C1B3-F3903F6925B4}" dt="2026-06-12T00:56:39.251" v="130"/>
          <ac:spMkLst>
            <pc:docMk/>
            <pc:sldMk cId="829249003" sldId="258"/>
            <ac:spMk id="2" creationId="{41EB2A7E-9988-1258-AE68-84101580B871}"/>
          </ac:spMkLst>
        </pc:spChg>
        <pc:spChg chg="del">
          <ac:chgData name="세현 임" userId="070049693f5e93ca" providerId="Windows Live" clId="Web-{02C169C4-9B21-0A90-C1B3-F3903F6925B4}" dt="2026-06-12T00:56:18.282" v="125"/>
          <ac:spMkLst>
            <pc:docMk/>
            <pc:sldMk cId="829249003" sldId="258"/>
            <ac:spMk id="3" creationId="{2FA67D51-58B6-BD76-F809-BE662AC40D39}"/>
          </ac:spMkLst>
        </pc:spChg>
        <pc:spChg chg="del">
          <ac:chgData name="세현 임" userId="070049693f5e93ca" providerId="Windows Live" clId="Web-{02C169C4-9B21-0A90-C1B3-F3903F6925B4}" dt="2026-06-12T00:57:04.720" v="136"/>
          <ac:spMkLst>
            <pc:docMk/>
            <pc:sldMk cId="829249003" sldId="258"/>
            <ac:spMk id="5" creationId="{10D3C020-C127-7BF4-E966-EDD700D757D9}"/>
          </ac:spMkLst>
        </pc:spChg>
        <pc:spChg chg="del">
          <ac:chgData name="세현 임" userId="070049693f5e93ca" providerId="Windows Live" clId="Web-{02C169C4-9B21-0A90-C1B3-F3903F6925B4}" dt="2026-06-12T00:57:04.720" v="135"/>
          <ac:spMkLst>
            <pc:docMk/>
            <pc:sldMk cId="829249003" sldId="258"/>
            <ac:spMk id="6" creationId="{57B027CD-117C-2B4E-EA12-5BC2F0A58E95}"/>
          </ac:spMkLst>
        </pc:spChg>
        <pc:spChg chg="add del mod">
          <ac:chgData name="세현 임" userId="070049693f5e93ca" providerId="Windows Live" clId="Web-{02C169C4-9B21-0A90-C1B3-F3903F6925B4}" dt="2026-06-12T00:56:50.829" v="134"/>
          <ac:spMkLst>
            <pc:docMk/>
            <pc:sldMk cId="829249003" sldId="258"/>
            <ac:spMk id="8" creationId="{3100741D-7FCB-649A-0F01-5EB0F731DEB9}"/>
          </ac:spMkLst>
        </pc:spChg>
        <pc:spChg chg="add mod">
          <ac:chgData name="세현 임" userId="070049693f5e93ca" providerId="Windows Live" clId="Web-{02C169C4-9B21-0A90-C1B3-F3903F6925B4}" dt="2026-06-12T01:38:54.742" v="787" actId="20577"/>
          <ac:spMkLst>
            <pc:docMk/>
            <pc:sldMk cId="829249003" sldId="258"/>
            <ac:spMk id="9" creationId="{553977D0-2AD9-437D-DB46-5CAA0E15B8DF}"/>
          </ac:spMkLst>
        </pc:spChg>
        <pc:picChg chg="add mod ord modCrop">
          <ac:chgData name="세현 임" userId="070049693f5e93ca" providerId="Windows Live" clId="Web-{02C169C4-9B21-0A90-C1B3-F3903F6925B4}" dt="2026-06-12T01:39:10.790" v="791" actId="14100"/>
          <ac:picMkLst>
            <pc:docMk/>
            <pc:sldMk cId="829249003" sldId="258"/>
            <ac:picMk id="7" creationId="{EC54F76D-0A4D-013A-C098-5414A8315AED}"/>
          </ac:picMkLst>
        </pc:picChg>
      </pc:sldChg>
      <pc:sldChg chg="addSp delSp modSp new del">
        <pc:chgData name="세현 임" userId="070049693f5e93ca" providerId="Windows Live" clId="Web-{02C169C4-9B21-0A90-C1B3-F3903F6925B4}" dt="2026-06-12T01:45:20.255" v="882"/>
        <pc:sldMkLst>
          <pc:docMk/>
          <pc:sldMk cId="1406081700" sldId="259"/>
        </pc:sldMkLst>
        <pc:spChg chg="del">
          <ac:chgData name="세현 임" userId="070049693f5e93ca" providerId="Windows Live" clId="Web-{02C169C4-9B21-0A90-C1B3-F3903F6925B4}" dt="2026-06-12T01:03:52.874" v="190"/>
          <ac:spMkLst>
            <pc:docMk/>
            <pc:sldMk cId="1406081700" sldId="259"/>
            <ac:spMk id="2" creationId="{3CAC8B46-2403-84CF-EF96-5EEEE46E453E}"/>
          </ac:spMkLst>
        </pc:spChg>
        <pc:spChg chg="del">
          <ac:chgData name="세현 임" userId="070049693f5e93ca" providerId="Windows Live" clId="Web-{02C169C4-9B21-0A90-C1B3-F3903F6925B4}" dt="2026-06-12T01:03:36.624" v="185"/>
          <ac:spMkLst>
            <pc:docMk/>
            <pc:sldMk cId="1406081700" sldId="259"/>
            <ac:spMk id="3" creationId="{CDCE17ED-9351-7BA7-B506-4D455F701BCA}"/>
          </ac:spMkLst>
        </pc:spChg>
        <pc:spChg chg="del">
          <ac:chgData name="세현 임" userId="070049693f5e93ca" providerId="Windows Live" clId="Web-{02C169C4-9B21-0A90-C1B3-F3903F6925B4}" dt="2026-06-12T01:03:50.828" v="189"/>
          <ac:spMkLst>
            <pc:docMk/>
            <pc:sldMk cId="1406081700" sldId="259"/>
            <ac:spMk id="5" creationId="{74E22E4B-9340-7C33-AA19-5FCF192DB639}"/>
          </ac:spMkLst>
        </pc:spChg>
        <pc:spChg chg="add del">
          <ac:chgData name="세현 임" userId="070049693f5e93ca" providerId="Windows Live" clId="Web-{02C169C4-9B21-0A90-C1B3-F3903F6925B4}" dt="2026-06-12T01:04:03.156" v="192"/>
          <ac:spMkLst>
            <pc:docMk/>
            <pc:sldMk cId="1406081700" sldId="259"/>
            <ac:spMk id="8" creationId="{81CA1378-EEBD-52C0-C3FB-ADBA0CBC0FCF}"/>
          </ac:spMkLst>
        </pc:spChg>
        <pc:spChg chg="add del">
          <ac:chgData name="세현 임" userId="070049693f5e93ca" providerId="Windows Live" clId="Web-{02C169C4-9B21-0A90-C1B3-F3903F6925B4}" dt="2026-06-12T01:06:47.303" v="195"/>
          <ac:spMkLst>
            <pc:docMk/>
            <pc:sldMk cId="1406081700" sldId="259"/>
            <ac:spMk id="9" creationId="{C6832750-901E-D7E6-A016-B4DB325888C1}"/>
          </ac:spMkLst>
        </pc:spChg>
        <pc:spChg chg="add mod">
          <ac:chgData name="세현 임" userId="070049693f5e93ca" providerId="Windows Live" clId="Web-{02C169C4-9B21-0A90-C1B3-F3903F6925B4}" dt="2026-06-12T01:44:31.160" v="881"/>
          <ac:spMkLst>
            <pc:docMk/>
            <pc:sldMk cId="1406081700" sldId="259"/>
            <ac:spMk id="11" creationId="{9B03E1F6-DDAD-85CE-F54E-828160F70E6C}"/>
          </ac:spMkLst>
        </pc:spChg>
        <pc:picChg chg="add del mod ord">
          <ac:chgData name="세현 임" userId="070049693f5e93ca" providerId="Windows Live" clId="Web-{02C169C4-9B21-0A90-C1B3-F3903F6925B4}" dt="2026-06-12T01:44:31.160" v="881"/>
          <ac:picMkLst>
            <pc:docMk/>
            <pc:sldMk cId="1406081700" sldId="259"/>
            <ac:picMk id="7" creationId="{4A804E2D-56E6-71C5-3D22-7D686627BADA}"/>
          </ac:picMkLst>
        </pc:picChg>
      </pc:sldChg>
      <pc:sldChg chg="addSp delSp modSp new">
        <pc:chgData name="세현 임" userId="070049693f5e93ca" providerId="Windows Live" clId="Web-{02C169C4-9B21-0A90-C1B3-F3903F6925B4}" dt="2026-06-12T01:52:08.784" v="1065" actId="20577"/>
        <pc:sldMkLst>
          <pc:docMk/>
          <pc:sldMk cId="3123380578" sldId="260"/>
        </pc:sldMkLst>
        <pc:spChg chg="del">
          <ac:chgData name="세현 임" userId="070049693f5e93ca" providerId="Windows Live" clId="Web-{02C169C4-9B21-0A90-C1B3-F3903F6925B4}" dt="2026-06-12T01:06:52.631" v="196"/>
          <ac:spMkLst>
            <pc:docMk/>
            <pc:sldMk cId="3123380578" sldId="260"/>
            <ac:spMk id="2" creationId="{0F69989F-B194-B1C0-197E-62028FD14820}"/>
          </ac:spMkLst>
        </pc:spChg>
        <pc:spChg chg="del mod">
          <ac:chgData name="세현 임" userId="070049693f5e93ca" providerId="Windows Live" clId="Web-{02C169C4-9B21-0A90-C1B3-F3903F6925B4}" dt="2026-06-12T01:06:56.178" v="198"/>
          <ac:spMkLst>
            <pc:docMk/>
            <pc:sldMk cId="3123380578" sldId="260"/>
            <ac:spMk id="3" creationId="{B296B959-CA10-E562-D953-F5AFE7EB4EB7}"/>
          </ac:spMkLst>
        </pc:spChg>
        <pc:spChg chg="add del mod">
          <ac:chgData name="세현 임" userId="070049693f5e93ca" providerId="Windows Live" clId="Web-{02C169C4-9B21-0A90-C1B3-F3903F6925B4}" dt="2026-06-12T01:08:10.353" v="220"/>
          <ac:spMkLst>
            <pc:docMk/>
            <pc:sldMk cId="3123380578" sldId="260"/>
            <ac:spMk id="8" creationId="{FBE63934-ED5E-3397-F173-2AC7767FC8B1}"/>
          </ac:spMkLst>
        </pc:spChg>
        <pc:spChg chg="add mod">
          <ac:chgData name="세현 임" userId="070049693f5e93ca" providerId="Windows Live" clId="Web-{02C169C4-9B21-0A90-C1B3-F3903F6925B4}" dt="2026-06-12T01:52:08.784" v="1065" actId="20577"/>
          <ac:spMkLst>
            <pc:docMk/>
            <pc:sldMk cId="3123380578" sldId="260"/>
            <ac:spMk id="10" creationId="{9FC4C5D2-806C-8A6A-6E91-D3844BFC77B2}"/>
          </ac:spMkLst>
        </pc:spChg>
        <pc:picChg chg="add del mod">
          <ac:chgData name="세현 임" userId="070049693f5e93ca" providerId="Windows Live" clId="Web-{02C169C4-9B21-0A90-C1B3-F3903F6925B4}" dt="2026-06-12T01:48:48.027" v="964"/>
          <ac:picMkLst>
            <pc:docMk/>
            <pc:sldMk cId="3123380578" sldId="260"/>
            <ac:picMk id="7" creationId="{6E307F85-ACDE-DBB2-CFE9-CB98832AEDEF}"/>
          </ac:picMkLst>
        </pc:picChg>
        <pc:picChg chg="add mod">
          <ac:chgData name="세현 임" userId="070049693f5e93ca" providerId="Windows Live" clId="Web-{02C169C4-9B21-0A90-C1B3-F3903F6925B4}" dt="2026-06-12T01:49:25.325" v="966" actId="1076"/>
          <ac:picMkLst>
            <pc:docMk/>
            <pc:sldMk cId="3123380578" sldId="260"/>
            <ac:picMk id="9" creationId="{7A5BE7C0-81F5-D280-3196-5F928CCB9506}"/>
          </ac:picMkLst>
        </pc:picChg>
      </pc:sldChg>
      <pc:sldChg chg="addSp delSp modSp new">
        <pc:chgData name="세현 임" userId="070049693f5e93ca" providerId="Windows Live" clId="Web-{02C169C4-9B21-0A90-C1B3-F3903F6925B4}" dt="2026-06-12T01:37:41.349" v="775" actId="20577"/>
        <pc:sldMkLst>
          <pc:docMk/>
          <pc:sldMk cId="2443055999" sldId="261"/>
        </pc:sldMkLst>
        <pc:spChg chg="del">
          <ac:chgData name="세현 임" userId="070049693f5e93ca" providerId="Windows Live" clId="Web-{02C169C4-9B21-0A90-C1B3-F3903F6925B4}" dt="2026-06-12T01:10:27.982" v="233"/>
          <ac:spMkLst>
            <pc:docMk/>
            <pc:sldMk cId="2443055999" sldId="261"/>
            <ac:spMk id="2" creationId="{7382867F-48C4-D068-87ED-9DA97650983B}"/>
          </ac:spMkLst>
        </pc:spChg>
        <pc:spChg chg="del">
          <ac:chgData name="세현 임" userId="070049693f5e93ca" providerId="Windows Live" clId="Web-{02C169C4-9B21-0A90-C1B3-F3903F6925B4}" dt="2026-06-12T01:09:48.075" v="227"/>
          <ac:spMkLst>
            <pc:docMk/>
            <pc:sldMk cId="2443055999" sldId="261"/>
            <ac:spMk id="3" creationId="{54CDC09E-9885-F9D0-EB7E-99C4163BAA50}"/>
          </ac:spMkLst>
        </pc:spChg>
        <pc:spChg chg="del">
          <ac:chgData name="세현 임" userId="070049693f5e93ca" providerId="Windows Live" clId="Web-{02C169C4-9B21-0A90-C1B3-F3903F6925B4}" dt="2026-06-12T01:10:38.592" v="234"/>
          <ac:spMkLst>
            <pc:docMk/>
            <pc:sldMk cId="2443055999" sldId="261"/>
            <ac:spMk id="5" creationId="{B6A1D7A6-BA22-98F4-E417-018A3E33B8D2}"/>
          </ac:spMkLst>
        </pc:spChg>
        <pc:spChg chg="add del">
          <ac:chgData name="세현 임" userId="070049693f5e93ca" providerId="Windows Live" clId="Web-{02C169C4-9B21-0A90-C1B3-F3903F6925B4}" dt="2026-06-12T01:36:36.846" v="748"/>
          <ac:spMkLst>
            <pc:docMk/>
            <pc:sldMk cId="2443055999" sldId="261"/>
            <ac:spMk id="9" creationId="{023351D5-A7A6-3707-23EC-52E6528D4F15}"/>
          </ac:spMkLst>
        </pc:spChg>
        <pc:spChg chg="add mod">
          <ac:chgData name="세현 임" userId="070049693f5e93ca" providerId="Windows Live" clId="Web-{02C169C4-9B21-0A90-C1B3-F3903F6925B4}" dt="2026-06-12T01:37:15.848" v="765" actId="1076"/>
          <ac:spMkLst>
            <pc:docMk/>
            <pc:sldMk cId="2443055999" sldId="261"/>
            <ac:spMk id="10" creationId="{5B7CE75A-0C81-CD33-B553-424710573629}"/>
          </ac:spMkLst>
        </pc:spChg>
        <pc:spChg chg="add mod">
          <ac:chgData name="세현 임" userId="070049693f5e93ca" providerId="Windows Live" clId="Web-{02C169C4-9B21-0A90-C1B3-F3903F6925B4}" dt="2026-06-12T01:37:41.349" v="775" actId="20577"/>
          <ac:spMkLst>
            <pc:docMk/>
            <pc:sldMk cId="2443055999" sldId="261"/>
            <ac:spMk id="11" creationId="{302F03A2-6AA3-C622-FA82-A22E4BC1DEE9}"/>
          </ac:spMkLst>
        </pc:spChg>
        <pc:picChg chg="add mod ord modCrop">
          <ac:chgData name="세현 임" userId="070049693f5e93ca" providerId="Windows Live" clId="Web-{02C169C4-9B21-0A90-C1B3-F3903F6925B4}" dt="2026-06-12T01:11:38.484" v="244" actId="14100"/>
          <ac:picMkLst>
            <pc:docMk/>
            <pc:sldMk cId="2443055999" sldId="261"/>
            <ac:picMk id="7" creationId="{FFC62223-A91F-137D-187B-B95DCABB98F4}"/>
          </ac:picMkLst>
        </pc:picChg>
        <pc:picChg chg="add mod">
          <ac:chgData name="세현 임" userId="070049693f5e93ca" providerId="Windows Live" clId="Web-{02C169C4-9B21-0A90-C1B3-F3903F6925B4}" dt="2026-06-12T01:11:42.359" v="245" actId="14100"/>
          <ac:picMkLst>
            <pc:docMk/>
            <pc:sldMk cId="2443055999" sldId="261"/>
            <ac:picMk id="8" creationId="{0086E30B-7DCC-E036-3103-7A370B722D0D}"/>
          </ac:picMkLst>
        </pc:picChg>
      </pc:sldChg>
      <pc:sldChg chg="delSp modSp new">
        <pc:chgData name="세현 임" userId="070049693f5e93ca" providerId="Windows Live" clId="Web-{02C169C4-9B21-0A90-C1B3-F3903F6925B4}" dt="2026-06-12T01:36:17.267" v="744" actId="20577"/>
        <pc:sldMkLst>
          <pc:docMk/>
          <pc:sldMk cId="1035579869" sldId="262"/>
        </pc:sldMkLst>
        <pc:spChg chg="del mod">
          <ac:chgData name="세현 임" userId="070049693f5e93ca" providerId="Windows Live" clId="Web-{02C169C4-9B21-0A90-C1B3-F3903F6925B4}" dt="2026-06-12T01:14:14.442" v="249"/>
          <ac:spMkLst>
            <pc:docMk/>
            <pc:sldMk cId="1035579869" sldId="262"/>
            <ac:spMk id="2" creationId="{3EF17023-9E0A-20AC-7BE0-59416106D04E}"/>
          </ac:spMkLst>
        </pc:spChg>
        <pc:spChg chg="mod">
          <ac:chgData name="세현 임" userId="070049693f5e93ca" providerId="Windows Live" clId="Web-{02C169C4-9B21-0A90-C1B3-F3903F6925B4}" dt="2026-06-12T01:36:17.267" v="744" actId="20577"/>
          <ac:spMkLst>
            <pc:docMk/>
            <pc:sldMk cId="1035579869" sldId="262"/>
            <ac:spMk id="3" creationId="{9C52122A-69C3-39F6-45B8-393D869F7909}"/>
          </ac:spMkLst>
        </pc:spChg>
      </pc:sldChg>
      <pc:sldChg chg="new del">
        <pc:chgData name="세현 임" userId="070049693f5e93ca" providerId="Windows Live" clId="Web-{02C169C4-9B21-0A90-C1B3-F3903F6925B4}" dt="2026-06-12T01:36:32.143" v="746"/>
        <pc:sldMkLst>
          <pc:docMk/>
          <pc:sldMk cId="734309791" sldId="263"/>
        </pc:sldMkLst>
      </pc:sldChg>
      <pc:sldChg chg="new del">
        <pc:chgData name="세현 임" userId="070049693f5e93ca" providerId="Windows Live" clId="Web-{02C169C4-9B21-0A90-C1B3-F3903F6925B4}" dt="2026-06-12T01:36:42.752" v="750"/>
        <pc:sldMkLst>
          <pc:docMk/>
          <pc:sldMk cId="1234544851" sldId="263"/>
        </pc:sldMkLst>
      </pc:sldChg>
      <pc:sldChg chg="addSp delSp modSp new">
        <pc:chgData name="세현 임" userId="070049693f5e93ca" providerId="Windows Live" clId="Web-{02C169C4-9B21-0A90-C1B3-F3903F6925B4}" dt="2026-06-12T01:48:16.980" v="961" actId="20577"/>
        <pc:sldMkLst>
          <pc:docMk/>
          <pc:sldMk cId="1370177337" sldId="263"/>
        </pc:sldMkLst>
        <pc:spChg chg="del">
          <ac:chgData name="세현 임" userId="070049693f5e93ca" providerId="Windows Live" clId="Web-{02C169C4-9B21-0A90-C1B3-F3903F6925B4}" dt="2026-06-12T01:39:33.166" v="795"/>
          <ac:spMkLst>
            <pc:docMk/>
            <pc:sldMk cId="1370177337" sldId="263"/>
            <ac:spMk id="2" creationId="{BE744934-95F1-54C8-7E01-4F369D4DA494}"/>
          </ac:spMkLst>
        </pc:spChg>
        <pc:spChg chg="del">
          <ac:chgData name="세현 임" userId="070049693f5e93ca" providerId="Windows Live" clId="Web-{02C169C4-9B21-0A90-C1B3-F3903F6925B4}" dt="2026-06-12T01:39:27.509" v="793"/>
          <ac:spMkLst>
            <pc:docMk/>
            <pc:sldMk cId="1370177337" sldId="263"/>
            <ac:spMk id="3" creationId="{E71B1B6D-CEFE-6028-DF9F-638279B00554}"/>
          </ac:spMkLst>
        </pc:spChg>
        <pc:spChg chg="add del mod">
          <ac:chgData name="세현 임" userId="070049693f5e93ca" providerId="Windows Live" clId="Web-{02C169C4-9B21-0A90-C1B3-F3903F6925B4}" dt="2026-06-12T01:39:35.197" v="796"/>
          <ac:spMkLst>
            <pc:docMk/>
            <pc:sldMk cId="1370177337" sldId="263"/>
            <ac:spMk id="9" creationId="{9A212557-043F-2260-F506-B108EBE9DB37}"/>
          </ac:spMkLst>
        </pc:spChg>
        <pc:spChg chg="add mod">
          <ac:chgData name="세현 임" userId="070049693f5e93ca" providerId="Windows Live" clId="Web-{02C169C4-9B21-0A90-C1B3-F3903F6925B4}" dt="2026-06-12T01:48:16.980" v="961" actId="20577"/>
          <ac:spMkLst>
            <pc:docMk/>
            <pc:sldMk cId="1370177337" sldId="263"/>
            <ac:spMk id="11" creationId="{6BABE055-CACE-01E9-F645-8A0BE526930C}"/>
          </ac:spMkLst>
        </pc:spChg>
        <pc:picChg chg="add del mod ord">
          <ac:chgData name="세현 임" userId="070049693f5e93ca" providerId="Windows Live" clId="Web-{02C169C4-9B21-0A90-C1B3-F3903F6925B4}" dt="2026-06-12T01:39:30.540" v="794"/>
          <ac:picMkLst>
            <pc:docMk/>
            <pc:sldMk cId="1370177337" sldId="263"/>
            <ac:picMk id="7" creationId="{A9FB8DA8-A01B-C9D3-AE90-22BF1291E1B7}"/>
          </ac:picMkLst>
        </pc:picChg>
        <pc:picChg chg="add mod">
          <ac:chgData name="세현 임" userId="070049693f5e93ca" providerId="Windows Live" clId="Web-{02C169C4-9B21-0A90-C1B3-F3903F6925B4}" dt="2026-06-12T01:45:55.819" v="891" actId="14100"/>
          <ac:picMkLst>
            <pc:docMk/>
            <pc:sldMk cId="1370177337" sldId="263"/>
            <ac:picMk id="10" creationId="{5A3B4DCA-E796-26F8-DBE7-AC6BE7911831}"/>
          </ac:picMkLst>
        </pc:picChg>
        <pc:picChg chg="add mod">
          <ac:chgData name="세현 임" userId="070049693f5e93ca" providerId="Windows Live" clId="Web-{02C169C4-9B21-0A90-C1B3-F3903F6925B4}" dt="2026-06-12T01:46:00.304" v="893" actId="14100"/>
          <ac:picMkLst>
            <pc:docMk/>
            <pc:sldMk cId="1370177337" sldId="263"/>
            <ac:picMk id="12" creationId="{E2398A9A-BB5A-3361-D7A8-9CC45B496C25}"/>
          </ac:picMkLst>
        </pc:picChg>
      </pc:sldChg>
      <pc:sldChg chg="addSp delSp modSp new">
        <pc:chgData name="세현 임" userId="070049693f5e93ca" providerId="Windows Live" clId="Web-{02C169C4-9B21-0A90-C1B3-F3903F6925B4}" dt="2026-06-12T01:55:35.057" v="1141" actId="20577"/>
        <pc:sldMkLst>
          <pc:docMk/>
          <pc:sldMk cId="3749549130" sldId="264"/>
        </pc:sldMkLst>
        <pc:spChg chg="del">
          <ac:chgData name="세현 임" userId="070049693f5e93ca" providerId="Windows Live" clId="Web-{02C169C4-9B21-0A90-C1B3-F3903F6925B4}" dt="2026-06-12T01:52:47.175" v="1067"/>
          <ac:spMkLst>
            <pc:docMk/>
            <pc:sldMk cId="3749549130" sldId="264"/>
            <ac:spMk id="2" creationId="{F3A76D6E-C9E1-0CE7-2194-4D44DBBB8E0F}"/>
          </ac:spMkLst>
        </pc:spChg>
        <pc:spChg chg="del">
          <ac:chgData name="세현 임" userId="070049693f5e93ca" providerId="Windows Live" clId="Web-{02C169C4-9B21-0A90-C1B3-F3903F6925B4}" dt="2026-06-12T01:52:48.300" v="1068"/>
          <ac:spMkLst>
            <pc:docMk/>
            <pc:sldMk cId="3749549130" sldId="264"/>
            <ac:spMk id="3" creationId="{73D92303-6A7A-198F-79F9-5731991D5D82}"/>
          </ac:spMkLst>
        </pc:spChg>
        <pc:spChg chg="add mod">
          <ac:chgData name="세현 임" userId="070049693f5e93ca" providerId="Windows Live" clId="Web-{02C169C4-9B21-0A90-C1B3-F3903F6925B4}" dt="2026-06-12T01:55:35.057" v="1141" actId="20577"/>
          <ac:spMkLst>
            <pc:docMk/>
            <pc:sldMk cId="3749549130" sldId="264"/>
            <ac:spMk id="8" creationId="{0F7DE29A-0E83-26F0-116B-894ECBB4F324}"/>
          </ac:spMkLst>
        </pc:spChg>
        <pc:picChg chg="add mod">
          <ac:chgData name="세현 임" userId="070049693f5e93ca" providerId="Windows Live" clId="Web-{02C169C4-9B21-0A90-C1B3-F3903F6925B4}" dt="2026-06-12T01:53:11.129" v="1076" actId="1076"/>
          <ac:picMkLst>
            <pc:docMk/>
            <pc:sldMk cId="3749549130" sldId="264"/>
            <ac:picMk id="7" creationId="{9460229D-0DC2-0574-DD5F-C1669F0C9D31}"/>
          </ac:picMkLst>
        </pc:picChg>
      </pc:sldChg>
      <pc:sldChg chg="delSp modSp new">
        <pc:chgData name="세현 임" userId="070049693f5e93ca" providerId="Windows Live" clId="Web-{02C169C4-9B21-0A90-C1B3-F3903F6925B4}" dt="2026-06-12T01:56:41.825" v="1160" actId="1076"/>
        <pc:sldMkLst>
          <pc:docMk/>
          <pc:sldMk cId="1982656020" sldId="265"/>
        </pc:sldMkLst>
        <pc:spChg chg="del">
          <ac:chgData name="세현 임" userId="070049693f5e93ca" providerId="Windows Live" clId="Web-{02C169C4-9B21-0A90-C1B3-F3903F6925B4}" dt="2026-06-12T01:55:54.495" v="1143"/>
          <ac:spMkLst>
            <pc:docMk/>
            <pc:sldMk cId="1982656020" sldId="265"/>
            <ac:spMk id="2" creationId="{BD8D970E-E42F-D407-7ACB-CF4668666182}"/>
          </ac:spMkLst>
        </pc:spChg>
        <pc:spChg chg="mod">
          <ac:chgData name="세현 임" userId="070049693f5e93ca" providerId="Windows Live" clId="Web-{02C169C4-9B21-0A90-C1B3-F3903F6925B4}" dt="2026-06-12T01:56:41.825" v="1160" actId="1076"/>
          <ac:spMkLst>
            <pc:docMk/>
            <pc:sldMk cId="1982656020" sldId="265"/>
            <ac:spMk id="3" creationId="{9EC63DC3-A29A-78E3-694E-E6B4FD333F8A}"/>
          </ac:spMkLst>
        </pc:spChg>
      </pc:sldChg>
      <pc:sldMasterChg chg="del delSldLayout">
        <pc:chgData name="세현 임" userId="070049693f5e93ca" providerId="Windows Live" clId="Web-{02C169C4-9B21-0A90-C1B3-F3903F6925B4}" dt="2026-06-12T00:50:03.816" v="45"/>
        <pc:sldMasterMkLst>
          <pc:docMk/>
          <pc:sldMasterMk cId="0" sldId="2147483648"/>
        </pc:sldMasterMkLst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세현 임" userId="070049693f5e93ca" providerId="Windows Live" clId="Web-{02C169C4-9B21-0A90-C1B3-F3903F6925B4}" dt="2026-06-12T00:50:03.816" v="4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del addSldLayout delSldLayout modSldLayout">
        <pc:chgData name="세현 임" userId="070049693f5e93ca" providerId="Windows Live" clId="Web-{02C169C4-9B21-0A90-C1B3-F3903F6925B4}" dt="2026-06-12T00:50:05.941" v="46"/>
        <pc:sldMasterMkLst>
          <pc:docMk/>
          <pc:sldMasterMk cId="3187543718" sldId="2147483660"/>
        </pc:sldMasterMkLst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1263167453" sldId="2147483661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108004273" sldId="2147483662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1753104574" sldId="2147483663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2559672267" sldId="2147483664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1323997024" sldId="2147483665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967348345" sldId="2147483666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824411057" sldId="2147483667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1829248482" sldId="2147483668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133577529" sldId="2147483669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3210312829" sldId="2147483670"/>
          </pc:sldLayoutMkLst>
        </pc:sldLayoutChg>
        <pc:sldLayoutChg chg="add del mod replId">
          <pc:chgData name="세현 임" userId="070049693f5e93ca" providerId="Windows Live" clId="Web-{02C169C4-9B21-0A90-C1B3-F3903F6925B4}" dt="2026-06-12T00:50:05.941" v="46"/>
          <pc:sldLayoutMkLst>
            <pc:docMk/>
            <pc:sldMasterMk cId="3187543718" sldId="2147483660"/>
            <pc:sldLayoutMk cId="2965849272" sldId="2147483671"/>
          </pc:sldLayoutMkLst>
        </pc:sldLayoutChg>
      </pc:sldMasterChg>
      <pc:sldMasterChg chg="add del addSldLayout delSldLayout modSldLayout">
        <pc:chgData name="세현 임" userId="070049693f5e93ca" providerId="Windows Live" clId="Web-{02C169C4-9B21-0A90-C1B3-F3903F6925B4}" dt="2026-06-12T00:50:06.738" v="47"/>
        <pc:sldMasterMkLst>
          <pc:docMk/>
          <pc:sldMasterMk cId="1480198859" sldId="2147483672"/>
        </pc:sldMasterMkLst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974497866" sldId="2147483673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365534876" sldId="2147483674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2920364807" sldId="2147483675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3949844234" sldId="2147483676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2571608604" sldId="2147483677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2567953214" sldId="2147483678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2540938729" sldId="2147483679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2583741859" sldId="2147483680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31501433" sldId="2147483681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733806255" sldId="2147483682"/>
          </pc:sldLayoutMkLst>
        </pc:sldLayoutChg>
        <pc:sldLayoutChg chg="add del mod replId">
          <pc:chgData name="세현 임" userId="070049693f5e93ca" providerId="Windows Live" clId="Web-{02C169C4-9B21-0A90-C1B3-F3903F6925B4}" dt="2026-06-12T00:50:06.738" v="47"/>
          <pc:sldLayoutMkLst>
            <pc:docMk/>
            <pc:sldMasterMk cId="1480198859" sldId="2147483672"/>
            <pc:sldLayoutMk cId="478767342" sldId="2147483683"/>
          </pc:sldLayoutMkLst>
        </pc:sldLayoutChg>
      </pc:sldMasterChg>
      <pc:sldMasterChg chg="add del addSldLayout delSldLayout modSldLayout">
        <pc:chgData name="세현 임" userId="070049693f5e93ca" providerId="Windows Live" clId="Web-{02C169C4-9B21-0A90-C1B3-F3903F6925B4}" dt="2026-06-12T00:50:08.769" v="48"/>
        <pc:sldMasterMkLst>
          <pc:docMk/>
          <pc:sldMasterMk cId="2558044793" sldId="2147483684"/>
        </pc:sldMasterMkLst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742991926" sldId="2147483685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2360686673" sldId="2147483686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4247813631" sldId="2147483687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2328590970" sldId="2147483688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3025944194" sldId="2147483689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2371904397" sldId="2147483690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2629254363" sldId="2147483691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2559570502" sldId="2147483692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2543171084" sldId="2147483693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1463770307" sldId="2147483694"/>
          </pc:sldLayoutMkLst>
        </pc:sldLayoutChg>
        <pc:sldLayoutChg chg="add del mod replId">
          <pc:chgData name="세현 임" userId="070049693f5e93ca" providerId="Windows Live" clId="Web-{02C169C4-9B21-0A90-C1B3-F3903F6925B4}" dt="2026-06-12T00:50:08.769" v="48"/>
          <pc:sldLayoutMkLst>
            <pc:docMk/>
            <pc:sldMasterMk cId="2558044793" sldId="2147483684"/>
            <pc:sldLayoutMk cId="3178724793" sldId="2147483695"/>
          </pc:sldLayoutMkLst>
        </pc:sldLayoutChg>
      </pc:sldMasterChg>
      <pc:sldMasterChg chg="add del addSldLayout delSldLayout modSldLayout">
        <pc:chgData name="세현 임" userId="070049693f5e93ca" providerId="Windows Live" clId="Web-{02C169C4-9B21-0A90-C1B3-F3903F6925B4}" dt="2026-06-12T00:50:10.332" v="49"/>
        <pc:sldMasterMkLst>
          <pc:docMk/>
          <pc:sldMasterMk cId="3171166086" sldId="2147483696"/>
        </pc:sldMasterMkLst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895991650" sldId="2147483697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3756012257" sldId="2147483698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2414586389" sldId="2147483699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2436056449" sldId="2147483700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1305197638" sldId="2147483701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228376963" sldId="2147483702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3571570685" sldId="2147483703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1466445169" sldId="2147483704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2790492692" sldId="2147483705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2156713502" sldId="2147483706"/>
          </pc:sldLayoutMkLst>
        </pc:sldLayoutChg>
        <pc:sldLayoutChg chg="add del mod replId">
          <pc:chgData name="세현 임" userId="070049693f5e93ca" providerId="Windows Live" clId="Web-{02C169C4-9B21-0A90-C1B3-F3903F6925B4}" dt="2026-06-12T00:50:10.332" v="49"/>
          <pc:sldLayoutMkLst>
            <pc:docMk/>
            <pc:sldMasterMk cId="3171166086" sldId="2147483696"/>
            <pc:sldLayoutMk cId="2042342000" sldId="2147483707"/>
          </pc:sldLayoutMkLst>
        </pc:sldLayoutChg>
      </pc:sldMasterChg>
      <pc:sldMasterChg chg="add del addSldLayout delSldLayout modSldLayout">
        <pc:chgData name="세현 임" userId="070049693f5e93ca" providerId="Windows Live" clId="Web-{02C169C4-9B21-0A90-C1B3-F3903F6925B4}" dt="2026-06-12T00:50:13.176" v="50"/>
        <pc:sldMasterMkLst>
          <pc:docMk/>
          <pc:sldMasterMk cId="4220580722" sldId="2147483708"/>
        </pc:sldMasterMkLst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3179271592" sldId="2147483709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3141837796" sldId="2147483710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1861014156" sldId="2147483711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2011874615" sldId="2147483712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2630965346" sldId="2147483713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2137846252" sldId="2147483714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795245279" sldId="2147483715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2667749876" sldId="2147483716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903091906" sldId="2147483717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491073605" sldId="2147483718"/>
          </pc:sldLayoutMkLst>
        </pc:sldLayoutChg>
        <pc:sldLayoutChg chg="add del mod replId">
          <pc:chgData name="세현 임" userId="070049693f5e93ca" providerId="Windows Live" clId="Web-{02C169C4-9B21-0A90-C1B3-F3903F6925B4}" dt="2026-06-12T00:50:13.176" v="50"/>
          <pc:sldLayoutMkLst>
            <pc:docMk/>
            <pc:sldMasterMk cId="4220580722" sldId="2147483708"/>
            <pc:sldLayoutMk cId="2510154505" sldId="2147483719"/>
          </pc:sldLayoutMkLst>
        </pc:sldLayoutChg>
      </pc:sldMasterChg>
      <pc:sldMasterChg chg="add del addSldLayout delSldLayout modSldLayout">
        <pc:chgData name="세현 임" userId="070049693f5e93ca" providerId="Windows Live" clId="Web-{02C169C4-9B21-0A90-C1B3-F3903F6925B4}" dt="2026-06-12T00:50:14.363" v="51"/>
        <pc:sldMasterMkLst>
          <pc:docMk/>
          <pc:sldMasterMk cId="1863378186" sldId="2147483720"/>
        </pc:sldMasterMkLst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965598796" sldId="2147483721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3892264275" sldId="2147483722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3650805557" sldId="2147483723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3556812835" sldId="2147483724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440699559" sldId="2147483725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1372861002" sldId="2147483726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3433922865" sldId="2147483727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1353423955" sldId="2147483728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3213466509" sldId="2147483729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3238951949" sldId="2147483730"/>
          </pc:sldLayoutMkLst>
        </pc:sldLayoutChg>
        <pc:sldLayoutChg chg="add del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1863378186" sldId="2147483720"/>
            <pc:sldLayoutMk cId="1159100531" sldId="2147483731"/>
          </pc:sldLayoutMkLst>
        </pc:sldLayoutChg>
      </pc:sldMasterChg>
      <pc:sldMasterChg chg="add addSldLayout modSldLayout">
        <pc:chgData name="세현 임" userId="070049693f5e93ca" providerId="Windows Live" clId="Web-{02C169C4-9B21-0A90-C1B3-F3903F6925B4}" dt="2026-06-12T00:50:14.363" v="51"/>
        <pc:sldMasterMkLst>
          <pc:docMk/>
          <pc:sldMasterMk cId="324007056" sldId="2147483732"/>
        </pc:sldMasterMkLst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457623851" sldId="2147483733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2192409842" sldId="2147483734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950299624" sldId="2147483735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78546699" sldId="2147483736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2326342835" sldId="2147483737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1047138336" sldId="2147483738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2024370470" sldId="2147483739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1057485862" sldId="2147483740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2347917540" sldId="2147483741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3174802565" sldId="2147483742"/>
          </pc:sldLayoutMkLst>
        </pc:sldLayoutChg>
        <pc:sldLayoutChg chg="add mod replId">
          <pc:chgData name="세현 임" userId="070049693f5e93ca" providerId="Windows Live" clId="Web-{02C169C4-9B21-0A90-C1B3-F3903F6925B4}" dt="2026-06-12T00:50:14.363" v="51"/>
          <pc:sldLayoutMkLst>
            <pc:docMk/>
            <pc:sldMasterMk cId="324007056" sldId="2147483732"/>
            <pc:sldLayoutMk cId="179212009" sldId="214748374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A94E3C2-59DD-4D4A-B262-2565AA22F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407812-E31F-4C9A-B24F-1215248F1F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FF78-728D-4900-98C3-6E92512BA2DF}" type="datetimeFigureOut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6/11/2026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15876A-1AF4-4F8B-BE78-2D35D47350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C51B4C-5609-4E67-9FC9-D2814BBD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BA218-5C76-45E5-8FBC-2AF48AF4659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93762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BF07C-8463-41D7-8F7E-5DA1BB616BB2}" type="datetimeFigureOut">
              <a:rPr lang="en-US" altLang="ko-KR" noProof="0" smtClean="0"/>
              <a:t>6/11/2026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 dirty="0"/>
              <a:t>마스터 텍스트 스타일 편집</a:t>
            </a:r>
          </a:p>
          <a:p>
            <a:pPr lvl="1"/>
            <a:r>
              <a:rPr lang="ko-KR" altLang="en-US" noProof="0" dirty="0"/>
              <a:t>두 번째 수준</a:t>
            </a:r>
          </a:p>
          <a:p>
            <a:pPr lvl="2"/>
            <a:r>
              <a:rPr lang="ko-KR" altLang="en-US" noProof="0" dirty="0"/>
              <a:t>세 번째 수준</a:t>
            </a:r>
          </a:p>
          <a:p>
            <a:pPr lvl="3"/>
            <a:r>
              <a:rPr lang="ko-KR" altLang="en-US" noProof="0" dirty="0"/>
              <a:t>네 번째 수준</a:t>
            </a:r>
          </a:p>
          <a:p>
            <a:pPr lvl="4"/>
            <a:r>
              <a:rPr lang="ko-KR" altLang="en-US" noProof="0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6C25-C95B-4A1C-8030-A10575EBF07F}" type="slidenum">
              <a:rPr lang="en-US" altLang="ko-KR" noProof="0" smtClean="0"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9702464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26C25-C95B-4A1C-8030-A10575EBF07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61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23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40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9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4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34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13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7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48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91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80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0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ehyeun/pyth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781729" y="2269620"/>
            <a:ext cx="8637073" cy="985944"/>
          </a:xfrm>
        </p:spPr>
        <p:txBody>
          <a:bodyPr rtlCol="0">
            <a:normAutofit/>
          </a:bodyPr>
          <a:lstStyle/>
          <a:p>
            <a:pPr algn="ctr"/>
            <a:r>
              <a:rPr lang="ko-KR" altLang="en-US" sz="4400">
                <a:latin typeface="맑은 고딕"/>
                <a:ea typeface="맑은 고딕"/>
              </a:rPr>
              <a:t>프로그래밍입문 프로젝트</a:t>
            </a:r>
            <a:endParaRPr lang="ko-KR" altLang="en-US" sz="4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305961" y="3027402"/>
            <a:ext cx="2301767" cy="1015407"/>
          </a:xfrm>
        </p:spPr>
        <p:txBody>
          <a:bodyPr vert="horz" lIns="91440" tIns="91440" rIns="91440" bIns="91440" rtlCol="0" anchor="t">
            <a:noAutofit/>
          </a:bodyPr>
          <a:lstStyle/>
          <a:p>
            <a:r>
              <a:rPr lang="ko-KR" altLang="en-US" sz="1400">
                <a:latin typeface="맑은 고딕"/>
                <a:ea typeface="맑은 고딕"/>
              </a:rPr>
              <a:t>학점 계산기</a:t>
            </a:r>
            <a:endParaRPr lang="ko-KR"/>
          </a:p>
          <a:p>
            <a:r>
              <a:rPr lang="ko-KR" altLang="en-US" sz="1400">
                <a:latin typeface="맑은 고딕"/>
                <a:ea typeface="맑은 고딕"/>
              </a:rPr>
              <a:t>학번 2026864039 </a:t>
            </a:r>
          </a:p>
          <a:p>
            <a:r>
              <a:rPr lang="ko-KR" altLang="en-US" sz="1400">
                <a:latin typeface="맑은 고딕"/>
                <a:ea typeface="맑은 고딕"/>
              </a:rPr>
              <a:t>이름 임세현</a:t>
            </a:r>
            <a:endParaRPr lang="ko-KR"/>
          </a:p>
          <a:p>
            <a:endParaRPr lang="ko-KR" altLang="en-US" sz="1400">
              <a:latin typeface="맑은 고딕"/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2D615-1BB0-E7D5-B996-B13CC7133463}"/>
              </a:ext>
            </a:extLst>
          </p:cNvPr>
          <p:cNvSpPr txBox="1"/>
          <p:nvPr/>
        </p:nvSpPr>
        <p:spPr>
          <a:xfrm>
            <a:off x="7186552" y="5454799"/>
            <a:ext cx="4530202" cy="10577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ko-KR" sz="1400" b="1" cap="all">
                <a:latin typeface="Malgun Gothic"/>
                <a:ea typeface="Malgun Gothic"/>
              </a:rPr>
              <a:t>깃허브 주소 </a:t>
            </a:r>
            <a:endParaRPr lang="ko-KR" sz="1400">
              <a:latin typeface="Malgun Gothic"/>
              <a:ea typeface="Malgun Gothic"/>
            </a:endParaRP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ko-KR" sz="1400" cap="all" dirty="0">
                <a:hlinkClick r:id="rId3"/>
              </a:rPr>
              <a:t>https://github.com/saehyeun/python</a:t>
            </a:r>
            <a:endParaRPr lang="ko-KR" sz="1400"/>
          </a:p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8769E-48F8-B512-704F-9ED866C0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맑은 고딕"/>
                <a:ea typeface="맑은 고딕"/>
              </a:rPr>
              <a:t>학점 계산기의 주요 기능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F2CA4F-C404-411F-D59E-3B5939BAA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altLang="ko-KR" dirty="0" err="1"/>
              <a:t>과목명과</a:t>
            </a:r>
            <a:r>
              <a:rPr lang="en-US" altLang="ko-KR" dirty="0"/>
              <a:t> </a:t>
            </a:r>
            <a:r>
              <a:rPr lang="en-US" altLang="ko-KR" dirty="0" err="1"/>
              <a:t>성적</a:t>
            </a:r>
            <a:r>
              <a:rPr lang="en-US" altLang="ko-KR" dirty="0"/>
              <a:t>,  </a:t>
            </a:r>
            <a:r>
              <a:rPr lang="en-US" altLang="ko-KR" dirty="0" err="1"/>
              <a:t>학점을</a:t>
            </a:r>
            <a:r>
              <a:rPr lang="en-US" altLang="ko-KR" dirty="0"/>
              <a:t> </a:t>
            </a:r>
            <a:r>
              <a:rPr lang="en-US" altLang="ko-KR" dirty="0" err="1"/>
              <a:t>입력받아</a:t>
            </a:r>
            <a:r>
              <a:rPr lang="en-US" altLang="ko-KR" dirty="0"/>
              <a:t> </a:t>
            </a:r>
            <a:r>
              <a:rPr lang="en-US" altLang="ko-KR" dirty="0" err="1"/>
              <a:t>저장</a:t>
            </a:r>
            <a:r>
              <a:rPr lang="en-US" altLang="ko-KR" dirty="0"/>
              <a:t>.</a:t>
            </a:r>
          </a:p>
          <a:p>
            <a:pPr marL="457200" indent="-457200">
              <a:buAutoNum type="arabicPeriod"/>
            </a:pPr>
            <a:r>
              <a:rPr lang="en-US" altLang="ko-KR" dirty="0" err="1"/>
              <a:t>입력받은</a:t>
            </a:r>
            <a:r>
              <a:rPr lang="en-US" altLang="ko-KR" dirty="0"/>
              <a:t> </a:t>
            </a:r>
            <a:r>
              <a:rPr lang="en-US" altLang="ko-KR" dirty="0" err="1"/>
              <a:t>학점을</a:t>
            </a:r>
            <a:r>
              <a:rPr lang="en-US" altLang="ko-KR" dirty="0"/>
              <a:t> </a:t>
            </a:r>
            <a:r>
              <a:rPr lang="en-US" altLang="ko-KR" dirty="0" err="1"/>
              <a:t>모두</a:t>
            </a:r>
            <a:r>
              <a:rPr lang="en-US" altLang="ko-KR" dirty="0"/>
              <a:t> </a:t>
            </a:r>
            <a:r>
              <a:rPr lang="en-US" altLang="ko-KR" dirty="0" err="1"/>
              <a:t>더해</a:t>
            </a:r>
            <a:r>
              <a:rPr lang="en-US" altLang="ko-KR" dirty="0"/>
              <a:t> </a:t>
            </a:r>
            <a:r>
              <a:rPr lang="en-US" altLang="ko-KR" dirty="0" err="1"/>
              <a:t>입력한</a:t>
            </a:r>
            <a:r>
              <a:rPr lang="en-US" altLang="ko-KR" dirty="0"/>
              <a:t> </a:t>
            </a:r>
            <a:r>
              <a:rPr lang="en-US" altLang="ko-KR" dirty="0" err="1"/>
              <a:t>과목</a:t>
            </a:r>
            <a:r>
              <a:rPr lang="en-US" altLang="ko-KR" dirty="0"/>
              <a:t> </a:t>
            </a:r>
            <a:r>
              <a:rPr lang="en-US" altLang="ko-KR" dirty="0" err="1"/>
              <a:t>개수로</a:t>
            </a:r>
            <a:r>
              <a:rPr lang="en-US" altLang="ko-KR" dirty="0"/>
              <a:t> </a:t>
            </a:r>
            <a:r>
              <a:rPr lang="en-US" altLang="ko-KR" dirty="0" err="1"/>
              <a:t>나누어</a:t>
            </a:r>
            <a:r>
              <a:rPr lang="en-US" altLang="ko-KR" dirty="0"/>
              <a:t> </a:t>
            </a:r>
            <a:r>
              <a:rPr lang="en-US" altLang="ko-KR" dirty="0" err="1"/>
              <a:t>평균</a:t>
            </a:r>
            <a:r>
              <a:rPr lang="en-US" altLang="ko-KR" dirty="0"/>
              <a:t> </a:t>
            </a:r>
            <a:r>
              <a:rPr lang="en-US" altLang="ko-KR" dirty="0" err="1"/>
              <a:t>평점을</a:t>
            </a:r>
            <a:r>
              <a:rPr lang="en-US" altLang="ko-KR" dirty="0"/>
              <a:t> </a:t>
            </a:r>
            <a:r>
              <a:rPr lang="en-US" altLang="ko-KR" dirty="0" err="1"/>
              <a:t>계산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85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C54F76D-0A4D-013A-C098-5414A8315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20" b="55198"/>
          <a:stretch>
            <a:fillRect/>
          </a:stretch>
        </p:blipFill>
        <p:spPr>
          <a:xfrm>
            <a:off x="-1498" y="989"/>
            <a:ext cx="6791720" cy="376771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66F65-8BEF-B0AE-F9EE-7CF65D25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95F33-3E79-4243-98FF-391B5DFDD074}" type="datetime1">
              <a:t>6/11/2026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977D0-2AD9-437D-DB46-5CAA0E15B8DF}"/>
              </a:ext>
            </a:extLst>
          </p:cNvPr>
          <p:cNvSpPr txBox="1"/>
          <p:nvPr/>
        </p:nvSpPr>
        <p:spPr>
          <a:xfrm>
            <a:off x="7011028" y="377516"/>
            <a:ext cx="497243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>
                <a:latin typeface="Consolas"/>
              </a:rPr>
              <a:t>tkinter</a:t>
            </a:r>
            <a:r>
              <a:rPr lang="en-US" dirty="0">
                <a:ea typeface="+mn-lt"/>
                <a:cs typeface="+mn-lt"/>
              </a:rPr>
              <a:t> : GUI(</a:t>
            </a:r>
            <a:r>
              <a:rPr lang="en-US" dirty="0" err="1">
                <a:ea typeface="+mn-lt"/>
                <a:cs typeface="+mn-lt"/>
              </a:rPr>
              <a:t>그래픽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사용자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인터페이스</a:t>
            </a:r>
            <a:r>
              <a:rPr lang="en-US" dirty="0">
                <a:ea typeface="+mn-lt"/>
                <a:cs typeface="+mn-lt"/>
              </a:rPr>
              <a:t>)</a:t>
            </a:r>
            <a:r>
              <a:rPr lang="ko-KR" altLang="en-US" dirty="0">
                <a:ea typeface="+mn-lt"/>
                <a:cs typeface="+mn-lt"/>
              </a:rPr>
              <a:t>를</a:t>
            </a:r>
          </a:p>
          <a:p>
            <a:r>
              <a:rPr lang="ko-KR" altLang="en-US" dirty="0">
                <a:ea typeface="+mn-lt"/>
                <a:cs typeface="+mn-lt"/>
              </a:rPr>
              <a:t>                               만들기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위한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라이브러리</a:t>
            </a:r>
            <a:r>
              <a:rPr lang="en-US" dirty="0">
                <a:ea typeface="+mn-lt"/>
                <a:cs typeface="+mn-lt"/>
              </a:rPr>
              <a:t> </a:t>
            </a:r>
            <a:endParaRPr lang="ko-KR" altLang="en-US"/>
          </a:p>
          <a:p>
            <a:pPr marL="285750" indent="-285750">
              <a:buFont typeface="Arial"/>
              <a:buChar char="•"/>
            </a:pPr>
            <a:endParaRPr lang="en-US" dirty="0">
              <a:latin typeface="Consolas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onsolas"/>
              </a:rPr>
              <a:t>ttk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Combobox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같은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고급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위젯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제공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latin typeface="Consolas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onsolas"/>
              </a:rPr>
              <a:t>messagebox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오류창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경고창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출력</a:t>
            </a:r>
            <a:endParaRPr lang="en-US" dirty="0" err="1"/>
          </a:p>
          <a:p>
            <a:pPr marL="285750" indent="-285750" algn="l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1</a:t>
            </a:r>
            <a:r>
              <a:rPr lang="ko-KR" altLang="en-US"/>
              <a:t>행</a:t>
            </a:r>
            <a:r>
              <a:rPr lang="en-US"/>
              <a:t> - 2</a:t>
            </a:r>
            <a:r>
              <a:rPr lang="ko-KR" altLang="en-US"/>
              <a:t>행</a:t>
            </a:r>
            <a:r>
              <a:rPr lang="en-US"/>
              <a:t> : </a:t>
            </a:r>
            <a:r>
              <a:rPr lang="ko-KR" altLang="en-US">
                <a:ea typeface="+mn-lt"/>
                <a:cs typeface="+mn-lt"/>
              </a:rPr>
              <a:t>라이브러리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ko-KR" altLang="en-US">
                <a:ea typeface="+mn-lt"/>
                <a:cs typeface="+mn-lt"/>
              </a:rPr>
              <a:t>임포트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ko-KR" altLang="en-US" dirty="0"/>
          </a:p>
          <a:p>
            <a:pPr marL="285750" indent="-285750">
              <a:buFont typeface="Arial"/>
              <a:buChar char="•"/>
            </a:pPr>
            <a:r>
              <a:rPr lang="ko-KR" altLang="en-US"/>
              <a:t>5행 - 15행 : </a:t>
            </a:r>
            <a:r>
              <a:rPr lang="ko-KR">
                <a:ea typeface="+mn-lt"/>
                <a:cs typeface="+mn-lt"/>
              </a:rPr>
              <a:t>성적별 평점 딕셔너리</a:t>
            </a:r>
            <a:endParaRPr lang="ko-KR" alt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29249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E6694B-40F7-FB23-5583-0A9F38BA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112EB-1FB6-4629-BD98-8A2DB00FAAA2}" type="datetime1">
              <a:t>6/11/2026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796242-2605-B7F3-8561-205267CC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E1E5C-834E-8DB4-4A1F-9343BF14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A3B4DCA-E796-26F8-DBE7-AC6BE7911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5"/>
            <a:ext cx="6675374" cy="3736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ABE055-CACE-01E9-F645-8A0BE526930C}"/>
              </a:ext>
            </a:extLst>
          </p:cNvPr>
          <p:cNvSpPr txBox="1"/>
          <p:nvPr/>
        </p:nvSpPr>
        <p:spPr>
          <a:xfrm>
            <a:off x="7140800" y="145045"/>
            <a:ext cx="4391856" cy="6494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/>
              <a:t>17 - 18행 : 리스트 초기화</a:t>
            </a:r>
            <a:endParaRPr lang="ko-KR" altLang="en-US" sz="1600" dirty="0"/>
          </a:p>
          <a:p>
            <a:endParaRPr lang="ko-KR" altLang="en-US" sz="1600" dirty="0"/>
          </a:p>
          <a:p>
            <a:r>
              <a:rPr lang="ko-KR" altLang="en-US" sz="1600"/>
              <a:t>    19행     : 함수 정의</a:t>
            </a:r>
            <a:endParaRPr lang="ko-KR" sz="1600"/>
          </a:p>
          <a:p>
            <a:endParaRPr lang="ko-KR" altLang="en-US" sz="1600" dirty="0"/>
          </a:p>
          <a:p>
            <a:r>
              <a:rPr lang="ko-KR" altLang="en-US" sz="1600"/>
              <a:t>20 - 23행 : 입력값 가져오기</a:t>
            </a:r>
            <a:endParaRPr lang="ko-KR" sz="1600"/>
          </a:p>
          <a:p>
            <a:endParaRPr lang="ko-KR" altLang="en-US" sz="1600" dirty="0"/>
          </a:p>
          <a:p>
            <a:r>
              <a:rPr lang="ko-KR" altLang="en-US" sz="1600"/>
              <a:t>25 - 27행 : 입력값 유효성 검사</a:t>
            </a:r>
            <a:endParaRPr lang="ko-KR" sz="1600"/>
          </a:p>
          <a:p>
            <a:endParaRPr lang="en-US" altLang="ko-KR" sz="1600" dirty="0">
              <a:ea typeface="+mn-lt"/>
              <a:cs typeface="+mn-lt"/>
            </a:endParaRPr>
          </a:p>
          <a:p>
            <a:r>
              <a:rPr lang="en-US" altLang="ko-KR" sz="1600">
                <a:ea typeface="+mn-lt"/>
                <a:cs typeface="+mn-lt"/>
              </a:rPr>
              <a:t>29-30</a:t>
            </a:r>
            <a:r>
              <a:rPr lang="ko-KR" sz="1600">
                <a:ea typeface="+mn-lt"/>
                <a:cs typeface="+mn-lt"/>
              </a:rPr>
              <a:t>행: 데이터 저장 및 </a:t>
            </a:r>
            <a:endParaRPr lang="ko-KR" altLang="en-US" sz="1600" dirty="0">
              <a:ea typeface="+mn-lt"/>
              <a:cs typeface="+mn-lt"/>
            </a:endParaRPr>
          </a:p>
          <a:p>
            <a:r>
              <a:rPr lang="ko-KR" altLang="en-US" sz="1600" dirty="0">
                <a:ea typeface="+mn-lt"/>
                <a:cs typeface="+mn-lt"/>
              </a:rPr>
              <a:t> </a:t>
            </a:r>
            <a:r>
              <a:rPr lang="ko-KR" sz="1600" dirty="0">
                <a:ea typeface="+mn-lt"/>
                <a:cs typeface="+mn-lt"/>
              </a:rPr>
              <a:t> </a:t>
            </a:r>
            <a:r>
              <a:rPr lang="ko-KR" altLang="en-US" sz="1600" dirty="0">
                <a:ea typeface="+mn-lt"/>
                <a:cs typeface="+mn-lt"/>
              </a:rPr>
              <a:t>                  </a:t>
            </a:r>
            <a:r>
              <a:rPr lang="ko-KR" sz="1600">
                <a:ea typeface="+mn-lt"/>
                <a:cs typeface="+mn-lt"/>
              </a:rPr>
              <a:t>화면 표시</a:t>
            </a:r>
            <a:endParaRPr lang="ko-KR" altLang="en-US" sz="1600" dirty="0">
              <a:ea typeface="+mn-lt"/>
              <a:cs typeface="+mn-lt"/>
            </a:endParaRPr>
          </a:p>
          <a:p>
            <a:endParaRPr lang="ko-KR" sz="1600" dirty="0">
              <a:ea typeface="+mn-lt"/>
              <a:cs typeface="+mn-lt"/>
            </a:endParaRPr>
          </a:p>
          <a:p>
            <a:r>
              <a:rPr lang="ko-KR" sz="1600">
                <a:ea typeface="+mn-lt"/>
                <a:cs typeface="+mn-lt"/>
              </a:rPr>
              <a:t>32-33행: 입력창 초기화</a:t>
            </a:r>
            <a:endParaRPr lang="ko-KR" altLang="en-US" sz="1600" dirty="0">
              <a:ea typeface="+mn-lt"/>
              <a:cs typeface="+mn-lt"/>
            </a:endParaRPr>
          </a:p>
          <a:p>
            <a:endParaRPr lang="en-US" altLang="ko-KR" sz="1600" dirty="0">
              <a:ea typeface="+mn-lt"/>
              <a:cs typeface="+mn-lt"/>
            </a:endParaRPr>
          </a:p>
          <a:p>
            <a:r>
              <a:rPr lang="en-US" altLang="ko-KR" sz="1600">
                <a:ea typeface="+mn-lt"/>
                <a:cs typeface="+mn-lt"/>
              </a:rPr>
              <a:t>35-36</a:t>
            </a:r>
            <a:r>
              <a:rPr lang="ko-KR" altLang="en-US" sz="1600">
                <a:ea typeface="+mn-lt"/>
                <a:cs typeface="+mn-lt"/>
              </a:rPr>
              <a:t>행</a:t>
            </a:r>
            <a:r>
              <a:rPr lang="en-US" altLang="ko-KR" sz="1600">
                <a:ea typeface="+mn-lt"/>
                <a:cs typeface="+mn-lt"/>
              </a:rPr>
              <a:t>:</a:t>
            </a:r>
            <a:r>
              <a:rPr lang="ko-KR" altLang="en-US" sz="1600">
                <a:ea typeface="+mn-lt"/>
                <a:cs typeface="+mn-lt"/>
              </a:rPr>
              <a:t> 예외 처리</a:t>
            </a:r>
            <a:endParaRPr lang="ko-KR" altLang="en-US" sz="1600" dirty="0">
              <a:ea typeface="+mn-lt"/>
              <a:cs typeface="+mn-lt"/>
            </a:endParaRPr>
          </a:p>
          <a:p>
            <a:endParaRPr lang="ko-KR" sz="1600" dirty="0">
              <a:ea typeface="+mn-lt"/>
              <a:cs typeface="+mn-lt"/>
            </a:endParaRPr>
          </a:p>
          <a:p>
            <a:r>
              <a:rPr lang="ko-KR" sz="1600">
                <a:ea typeface="+mn-lt"/>
                <a:cs typeface="+mn-lt"/>
              </a:rPr>
              <a:t>38행: 함수 정의</a:t>
            </a:r>
            <a:endParaRPr lang="ko-KR" altLang="en-US" sz="1600" dirty="0">
              <a:ea typeface="+mn-lt"/>
              <a:cs typeface="+mn-lt"/>
            </a:endParaRPr>
          </a:p>
          <a:p>
            <a:endParaRPr lang="en-US" altLang="ko-KR" sz="1600" dirty="0">
              <a:ea typeface="+mn-lt"/>
              <a:cs typeface="+mn-lt"/>
            </a:endParaRPr>
          </a:p>
          <a:p>
            <a:r>
              <a:rPr lang="en-US" altLang="ko-KR" sz="1600">
                <a:ea typeface="+mn-lt"/>
                <a:cs typeface="+mn-lt"/>
              </a:rPr>
              <a:t>39-41</a:t>
            </a:r>
            <a:r>
              <a:rPr lang="ko-KR" altLang="en-US" sz="1600">
                <a:ea typeface="+mn-lt"/>
                <a:cs typeface="+mn-lt"/>
              </a:rPr>
              <a:t>행</a:t>
            </a:r>
            <a:r>
              <a:rPr lang="en-US" altLang="ko-KR" sz="1600">
                <a:ea typeface="+mn-lt"/>
                <a:cs typeface="+mn-lt"/>
              </a:rPr>
              <a:t>:</a:t>
            </a:r>
            <a:r>
              <a:rPr lang="ko-KR" altLang="en-US" sz="1600">
                <a:ea typeface="+mn-lt"/>
                <a:cs typeface="+mn-lt"/>
              </a:rPr>
              <a:t> 과목 없을 때 예외 처리</a:t>
            </a:r>
            <a:endParaRPr lang="ko-KR" sz="1600"/>
          </a:p>
          <a:p>
            <a:endParaRPr lang="ko-KR" altLang="en-US" sz="1600" dirty="0">
              <a:ea typeface="+mn-lt"/>
              <a:cs typeface="+mn-lt"/>
            </a:endParaRPr>
          </a:p>
          <a:p>
            <a:r>
              <a:rPr lang="ko-KR" sz="1600">
                <a:ea typeface="+mn-lt"/>
                <a:cs typeface="+mn-lt"/>
              </a:rPr>
              <a:t>43-44행: 누적 변수 초기화</a:t>
            </a:r>
            <a:endParaRPr lang="ko-KR" altLang="en-US" sz="1600" dirty="0">
              <a:ea typeface="+mn-lt"/>
              <a:cs typeface="+mn-lt"/>
            </a:endParaRPr>
          </a:p>
          <a:p>
            <a:endParaRPr lang="ko-KR" sz="1600" dirty="0">
              <a:ea typeface="+mn-lt"/>
              <a:cs typeface="+mn-lt"/>
            </a:endParaRPr>
          </a:p>
          <a:p>
            <a:r>
              <a:rPr lang="ko-KR" sz="1600">
                <a:ea typeface="+mn-lt"/>
                <a:cs typeface="+mn-lt"/>
              </a:rPr>
              <a:t>46-48행: GPA 계산 반복문</a:t>
            </a:r>
            <a:endParaRPr lang="ko-KR" sz="1600" dirty="0">
              <a:ea typeface="+mn-lt"/>
              <a:cs typeface="+mn-lt"/>
            </a:endParaRPr>
          </a:p>
          <a:p>
            <a:endParaRPr lang="ko-KR" sz="1600" dirty="0">
              <a:ea typeface="+mn-lt"/>
              <a:cs typeface="+mn-lt"/>
            </a:endParaRPr>
          </a:p>
          <a:p>
            <a:r>
              <a:rPr lang="ko-KR" sz="1600">
                <a:ea typeface="+mn-lt"/>
                <a:cs typeface="+mn-lt"/>
              </a:rPr>
              <a:t>50행: 평균 평점 계산</a:t>
            </a:r>
            <a:endParaRPr lang="ko-KR" sz="1600" dirty="0">
              <a:ea typeface="+mn-lt"/>
              <a:cs typeface="+mn-lt"/>
            </a:endParaRPr>
          </a:p>
          <a:p>
            <a:endParaRPr lang="ko-KR" sz="1600" dirty="0">
              <a:ea typeface="+mn-lt"/>
              <a:cs typeface="+mn-lt"/>
            </a:endParaRPr>
          </a:p>
          <a:p>
            <a:r>
              <a:rPr lang="ko-KR" sz="1600">
                <a:ea typeface="+mn-lt"/>
                <a:cs typeface="+mn-lt"/>
              </a:rPr>
              <a:t>52-54행: 결과 화면에 출력</a:t>
            </a:r>
            <a:endParaRPr lang="ko-KR" sz="16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2398A9A-BB5A-3361-D7A8-9CC45B49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96" y="3749702"/>
            <a:ext cx="6672065" cy="319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7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AB481B-AF6A-A9CE-3287-E07119F4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348D-038D-4F74-B222-E50E76CBB765}" type="datetime1">
              <a:t>6/11/2026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D71A12-BAAD-A040-EAEB-89A0D233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DA5446-C0C6-9E51-C0C4-A3A084ED6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5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5BE7C0-81F5-D280-3196-5F928CCB9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" y="0"/>
            <a:ext cx="7808101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C4C5D2-806C-8A6A-6E91-D3844BFC77B2}"/>
              </a:ext>
            </a:extLst>
          </p:cNvPr>
          <p:cNvSpPr txBox="1"/>
          <p:nvPr/>
        </p:nvSpPr>
        <p:spPr>
          <a:xfrm>
            <a:off x="7927855" y="172578"/>
            <a:ext cx="424929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/>
              <a:t>57 - 59행 : 창 생성</a:t>
            </a:r>
            <a:endParaRPr lang="ko-KR" altLang="en-US" sz="2400" dirty="0"/>
          </a:p>
          <a:p>
            <a:endParaRPr lang="ko-KR" altLang="en-US" sz="2400" dirty="0"/>
          </a:p>
          <a:p>
            <a:r>
              <a:rPr lang="ko-KR" altLang="en-US" sz="2400"/>
              <a:t>62 - 64행 : 과목명 입력 칸 생성</a:t>
            </a:r>
            <a:endParaRPr lang="ko-KR" altLang="en-US" sz="2400" dirty="0"/>
          </a:p>
          <a:p>
            <a:endParaRPr lang="ko-KR" altLang="en-US" sz="2400" dirty="0"/>
          </a:p>
          <a:p>
            <a:r>
              <a:rPr lang="ko-KR" altLang="en-US" sz="2400"/>
              <a:t>67 - 69행 : 학점 입력 칸 생성</a:t>
            </a:r>
            <a:endParaRPr lang="ko-KR" altLang="en-US" sz="2400" dirty="0"/>
          </a:p>
          <a:p>
            <a:endParaRPr lang="ko-KR" altLang="en-US" sz="2400" dirty="0"/>
          </a:p>
          <a:p>
            <a:r>
              <a:rPr lang="ko-KR" altLang="en-US" sz="2400"/>
              <a:t>72 - 79행 : 성적 선택 칸 생성</a:t>
            </a:r>
            <a:endParaRPr lang="ko-KR" altLang="en-US" sz="2400" dirty="0"/>
          </a:p>
          <a:p>
            <a:endParaRPr lang="ko-KR" altLang="en-US" sz="2400" dirty="0"/>
          </a:p>
          <a:p>
            <a:r>
              <a:rPr lang="ko-KR" altLang="en-US" sz="2400"/>
              <a:t>    82행     : 버튼 생성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2338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418CFB-7340-923D-3490-350701E8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F938D-05C5-4E6A-A710-5C7C580600A5}" type="datetime1">
              <a:t>6/11/2026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1601E9-1A28-688F-96BF-8E729B35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2AA684-B064-5AA7-04C0-3B807F5F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60229D-0DC2-0574-DD5F-C1669F0C9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" y="1380889"/>
            <a:ext cx="8432537" cy="4096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7DE29A-0E83-26F0-116B-894ECBB4F324}"/>
              </a:ext>
            </a:extLst>
          </p:cNvPr>
          <p:cNvSpPr txBox="1"/>
          <p:nvPr/>
        </p:nvSpPr>
        <p:spPr>
          <a:xfrm>
            <a:off x="8607385" y="1369846"/>
            <a:ext cx="375359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/>
              <a:t>85 - 86행 : 과목 목록 칸 생성</a:t>
            </a:r>
          </a:p>
          <a:p>
            <a:endParaRPr lang="ko-KR" altLang="en-US" dirty="0"/>
          </a:p>
          <a:p>
            <a:r>
              <a:rPr lang="ko-KR" altLang="en-US"/>
              <a:t>   89행     : GPA(평균평점) 계산 평균</a:t>
            </a:r>
          </a:p>
          <a:p>
            <a:endParaRPr lang="ko-KR" altLang="en-US" dirty="0"/>
          </a:p>
          <a:p>
            <a:r>
              <a:rPr lang="ko-KR" altLang="en-US"/>
              <a:t>92 – 93행 : 결과 표시 생성</a:t>
            </a:r>
          </a:p>
          <a:p>
            <a:endParaRPr lang="ko-KR" altLang="en-US" dirty="0"/>
          </a:p>
          <a:p>
            <a:r>
              <a:rPr lang="ko-KR" altLang="en-US"/>
              <a:t>95행 : 중지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9549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FC62223-A91F-137D-187B-B95DCABB9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705" t="9311" r="1783" b="7821"/>
          <a:stretch>
            <a:fillRect/>
          </a:stretch>
        </p:blipFill>
        <p:spPr>
          <a:xfrm>
            <a:off x="6823435" y="1198906"/>
            <a:ext cx="5132396" cy="4912807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D9DE72-A31F-0E36-6E88-52B15D1A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B2AFA-C411-48E4-93D5-B3362E7B0237}" type="datetime1">
              <a:t>6/11/2026</a:t>
            </a:fld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750C3-EE08-367B-8B3C-F538A071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86E30B-7DCC-E036-3103-7A370B722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14" y="1202826"/>
            <a:ext cx="5115262" cy="49120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7CE75A-0C81-CD33-B553-424710573629}"/>
              </a:ext>
            </a:extLst>
          </p:cNvPr>
          <p:cNvSpPr txBox="1"/>
          <p:nvPr/>
        </p:nvSpPr>
        <p:spPr>
          <a:xfrm>
            <a:off x="8835568" y="558402"/>
            <a:ext cx="10996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/>
              <a:t>사용 예시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F03A2-6AA3-C622-FA82-A22E4BC1DEE9}"/>
              </a:ext>
            </a:extLst>
          </p:cNvPr>
          <p:cNvSpPr txBox="1"/>
          <p:nvPr/>
        </p:nvSpPr>
        <p:spPr>
          <a:xfrm>
            <a:off x="2080664" y="453890"/>
            <a:ext cx="14453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/>
              <a:t>실행 후 화면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44305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52122A-69C3-39F6-45B8-393D869F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588048"/>
            <a:ext cx="10363200" cy="53537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느낀점</a:t>
            </a:r>
            <a:endParaRPr lang="ko-KR"/>
          </a:p>
          <a:p>
            <a:endParaRPr lang="ko-KR" altLang="en-US" dirty="0"/>
          </a:p>
          <a:p>
            <a:r>
              <a:rPr lang="ko-KR" altLang="en-US"/>
              <a:t>이번 파이썬 수업을 들으며 배웠던 내용들로 내가 직접 프로그램을 만들어 간다는 것에서 상당한 재미를 느끼곤 했었습니다. </a:t>
            </a:r>
          </a:p>
          <a:p>
            <a:pPr marL="0" indent="0">
              <a:buNone/>
            </a:pPr>
            <a:r>
              <a:rPr lang="ko-KR" altLang="en-US" dirty="0"/>
              <a:t>   하지만 처음 사용했던 GUI 명령어들이 어떻게 사용되는지 몰라 코드를 짜는 과정에서 </a:t>
            </a:r>
            <a:r>
              <a:rPr lang="ko-KR" altLang="en-US"/>
              <a:t>상당한 </a:t>
            </a:r>
          </a:p>
          <a:p>
            <a:pPr marL="0" indent="0">
              <a:buNone/>
            </a:pPr>
            <a:r>
              <a:rPr lang="ko-KR" altLang="en-US"/>
              <a:t>   어려움을 느꼈고, 많은 시간과 노력이 들어갔습니다. </a:t>
            </a:r>
          </a:p>
          <a:p>
            <a:pPr marL="0" indent="0">
              <a:buNone/>
            </a:pPr>
            <a:r>
              <a:rPr lang="ko-KR" altLang="en-US"/>
              <a:t>   그럼에도 고난을 넘어 프로젝트를 완성했을때는 엄청난 성취감을 얻게 되었습니다.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8979F-3A4A-CB83-38F0-8977A6CF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1DF8-0D58-4BAC-911A-5730CA83AA53}" type="datetime1">
              <a:t>6/11/2026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D64EFA-944E-BB72-6D71-1DC75353A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0D229E-FF6B-E2A7-2B8E-676AB34FA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7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C63DC3-A29A-78E3-694E-E6B4FD333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2873"/>
            <a:ext cx="10363200" cy="17516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ko-KR" altLang="en-US" sz="3600" b="1"/>
              <a:t>깃허브 : 10점</a:t>
            </a:r>
          </a:p>
          <a:p>
            <a:pPr marL="0" indent="0" algn="ctr">
              <a:buNone/>
            </a:pPr>
            <a:r>
              <a:rPr lang="ko-KR" altLang="en-US" sz="3600" b="1"/>
              <a:t>프로젝트 : 14점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C10D5-6B63-2F64-3F4F-F1455213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730B5-D2FC-4E2E-A1F3-2C99AE92B351}" type="datetime1">
              <a:t>6/11/2026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72A565-8DAF-3236-EE3C-D788112A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E16B08-FBFF-224F-4E54-288AE64B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65602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0</TotalTime>
  <Words>1</Words>
  <Application>Microsoft Office PowerPoint</Application>
  <PresentationFormat>와이드스크린</PresentationFormat>
  <Paragraphs>1</Paragraphs>
  <Slides>9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DashVTI</vt:lpstr>
      <vt:lpstr>프로그래밍입문 프로젝트</vt:lpstr>
      <vt:lpstr>학점 계산기의 주요 기능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350</cp:revision>
  <dcterms:created xsi:type="dcterms:W3CDTF">2026-06-12T00:40:35Z</dcterms:created>
  <dcterms:modified xsi:type="dcterms:W3CDTF">2026-06-12T01:56:49Z</dcterms:modified>
</cp:coreProperties>
</file>